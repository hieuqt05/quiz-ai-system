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ĐỒ ÁN MÔN HỌC • LẬP TRÌNH MẠNG</a:t>
            </a:r>
          </a:p>
          <a:p>
            <a:pPr algn="ctr">
              <a:spcAft>
                <a:spcPts val="1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QuizAI – Hệ Thống Trắc Nghiệm Online</a:t>
            </a:r>
            <a:br/>
            <a:r>
              <a:t>Tích Hợp Trí Tuệ Nhân Tạo &amp; Giám Sát Thi</a:t>
            </a:r>
          </a:p>
          <a:p>
            <a:pPr algn="ctr">
              <a:spcAft>
                <a:spcPts val="3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Client-Server • RESTful API • TCP/IP • Bảo Mật JWT • Chống Gian Lận Đa Tầng</a:t>
            </a:r>
          </a:p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Giảng viên: Bộ môn Lập Trình Mạng    |    Sinh viên: Nhóm thực hiện QuizAI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01. ĐẶT VẤN ĐỀ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Thực Trạng Thi Online &amp; Mục Tiêu Dự Án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Giải quyết bài toán tạo đề thi và an toàn dữ liệu trên môi trường mạng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Thực Trạng &amp; Thách Thức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Biên soạn đề thủ công: Tốn nhiều công sức, khó đa dạng hóa ngân hàng câu hỏi.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Gian lận thi cử: Học sinh dễ dàng chuyển tab, tra Google hoặc nhờ ChatGPT giải hộ.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Nhìn bài lẫn nhau: Thí sinh ngồi cạnh trong phòng lab có cùng thứ tự câu hỏi và đáp án.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Rủi ro đường truyền: Rớt mạng Wi-Fi đột ngột làm mất toàn bộ bài thi đang làm dở.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Mục Tiêu QuizAI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AI Tự động sinh đề: Gemini AI sinh 10-30 câu hỏi chuẩn xác chỉ trong vài giây.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Chống gian lận 3 lớp: Bắt chuyển tab (3 lần hủy bài), khóa PrintScreen/DevTools, Watermark camera.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Trộn đề ngẫu nhiên: Đảo vị trí câu hỏi &amp; 4 đáp án A, B, C, D cho từng thí sinh.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Chống mất dữ liệu: Tự động lưu (Auto-Save) real-time, bảo toàn trạng thái khi gặp sự cố mạng.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02. KIẾN TRÚC MẠNG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Mô Hình 3 Tầng (Client - Server - Database)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Kiến trúc Client-Server chuẩn mực đảm bảo hiệu năng và tính sẵn sàng cao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Tầng Client (Giao Diện)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React 19 + Vite: SPA mượt mà, tải trang cực nhanh.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TailwindCSS: Giao diện Dark Mode trực quan, responsive.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Axios Interceptors: Tự gắn Bearer Token vào header.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Auto-Save: Ghi nhận đáp án real-time vào LocalStorage.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Tầng Server (Xử Lý)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ASP.NET Core 9: Web API đa luồng, độ trễ thấp (&lt;150ms).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JWT Authentication: Xác thực phi trạng thái (Stateless).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CORS Controller: Cho phép mọi IP mạng LAN kết nối.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Gemini Client: Gọi Google AI Studio API qua HTTPS.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Tầng Data (Dữ Liệu)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SQL Server LocalDB: Cơ sở dữ liệu quan hệ ACID.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EF Core 9: Quản lý Migration và ánh xạ ORM.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BCrypt: Băm mật khẩu một chiều chống lộ dữ liệu.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Lưu trữ toàn diện: Đề thi, bài nộp và số lần vi phạm.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03. TRUYỀN THÔNG MẠNG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Cơ Chế Chạy Đa Máy: LAN &amp; Public Internet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Khả năng kết nối đa nền tảng từ máy tính, laptop đến điện thoại di động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1. Chế Độ Mạng LAN (Phòng Lab / Wi-Fi)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Lắng nghe đa card mạng: Backend &amp; Frontend bind vào 0.0.0.0 (Port 5000 &amp; 5173).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Vite Reverse Proxy: Forward /api/* cục bộ về Backend Kestrel Server.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Truy cập tức thì: Các máy con chỉ cần gõ http://192.168.x.x:5173.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1-Click Startup: Script chay_he_thong.bat tự tìm IP và khởi chạy song song.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2. Chế Độ Public Internet (Cloud / 4G)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SSH Reverse Tunnel (Pinggy): Chia sẻ link web ra toàn cầu không cần mở port modem.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Bỏ qua Firewall &amp; AP Isolation: Vượt qua bộ lọc chặn mạng nội bộ của trường.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Tự động tạo QR Code: Điện thoại chỉ cần bật camera quét mã để vào thi.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Bảo mật TLS End-to-End: Toàn bộ gói tin truyền qua Internet đều được mã hóa HTTPS.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04. TRÍ TUỆ NHÂN TẠO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Quy Trình Tạo Ngân Hàng Câu Hỏi Bằng AI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Tự động hóa 100% khâu biên soạn đề thi dựa trên Google Gemini GenAI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Bước 1: Nhập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Giáo viên chọn chủ đề hoặc dán văn bản bài giảng.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Tùy chọn: Số lượng câu (5-30) và độ khó (Dễ / Vừa / Khó).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Đóng gói vào System Prompt với JSON Schema nghiêm ngặt.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Bước 2: Xử Lý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Gọi Gemini API qua HTTPS POST an toàn.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Mô hình Gemini 1.5 / 2.0 phân tích ngữ nghĩa và tạo nội dung.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Ép phản hồi chuẩn JSON: Câu hỏi, 4 đáp án và lời giải chi tiết.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Bước 3: Kiểm Duyệt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Backend kiểm tra cấu trúc dữ liệu trước khi lưu vào DB (Pending).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Giáo viên xem trước, chỉnh sửa hoặc xóa câu không đạt.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Bấm 'Duyệt' để xuất bản vào đề thi chính thức.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05. AN TOÀN KỲ THI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Hệ Thống Chống Gian Lận Đa Tầng (3 Lớp)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Giám sát toàn diện hành vi thí sinh, đảm bảo kết quả thi trung thực và minh bạch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Lớp 1: Chống Chuyển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Bắt sự kiện: visibilitychange và window.blur khi thí sinh Alt+Tab hoặc mở tab khác.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Cooldown 2.5s: Chống kích hoạt đúp, đếm chuẩn xác từng lần vi phạm.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Chính sách 3 Lần: Cảnh báo lần 1 &amp; 2 -&gt; Vi phạm lần 3 tự động hủy bài &amp; nộp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Lớp 2: Chống Sao Chép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Chặn phím tắt: PrintScreen, Ctrl+P (in), Ctrl+C/X/A (copy câu hỏi dán ChatGPT).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Chặn DevTools: Khóa F12, Ctrl+Shift+I để ngăn xem đáp án trong mã nguồn.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Khóa chuột phải &amp; CSS select-none: Chống bôi đen sao chép văn bản.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Lớp 3: Watermark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Dynamic Watermark: In mờ chéo Họ tên và Username của thí sinh khắp màn hình.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Chống chụp bằng điện thoại: Nếu thí sinh dùng điện thoại chụp màn hình, danh tính sẽ in rõ trên ảnh.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Màn hình chớp đen: Tự động che đề thi nếu phát hiện lệnh chụp màn hình.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06. ĐỘ TIN CẬY MẠNG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Cơ Chế Chống Mất Dữ Liệu &amp; Đảo Đề Thi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Khả năng chịu lỗi (Fault Tolerance) và chống gian lận vị trí ngồi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Cơ Chế Chống Mất Mạng (Auto-Save)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Real-time Auto-Save: Mỗi khi tick chọn đáp án, dữ liệu lập tức ghi vào LocalStorage.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Hiển thị trạng thái: Huy hiệu '🟢 Đã tự động lưu (HH:mm:ss)' trên thanh tiêu đề.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Chịu lỗi cao: Sập nguồn máy tính, vô tình bấm F5 hoặc rớt Wi-Fi -&gt; Bật lại còn nguyên vẹn đáp án.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Đồng hồ Server Timestamp: Thời gian tính theo UTC Server, triệt tiêu gian lận tua giờ máy Client.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Trộn Đề Ngẫu Nhiên (Shuffling)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Đảo thứ tự câu hỏi: Thuật toán Fisher-Yates xáo trộn câu hỏi cho từng thí sinh.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Đảo thứ tự 4 đáp án: Vị trí các lựa chọn A, B, C, D được hoán đổi ngẫu nhiên.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Chống nhìn bài: 2 học sinh ngồi cạnh nhau có đề thi và vị trí đáp án hoàn toàn khác nhau.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Cố định theo phiên thi: Lưu trạng thái vào SessionStorage để không bị nhảy đề khi tải lại trang.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07. QUẢN TRỊ HỆ THỐNG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Bảng Giám Sát Thời Gian Thực &amp; Xuất Báo Cáo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Công cụ hỗ trợ giáo viên theo dõi kỳ thi và tổng kết điểm số chuyên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Theo Dõi &amp; Giám Sát Kỳ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Bảng điểm trực tiếp: Cập nhật danh sách thí sinh đã nộp, điểm số và thời gian làm bài.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Thống kê phổ điểm: Tổng lượt thi, điểm trung bình, tỉ lệ đạt và điểm cao nhất.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Cột Giám Sát Vi Phạm: Bôi đỏ cảnh báo các thí sinh có hành vi rời màn hình (⚠️ X lần).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Quản lý tài khoản: Kích hoạt / Khóa tài khoản học sinh chỉ với 1 cú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Xuất Báo Cáo Điểm Excel (.CSV)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1-Click Export: Nút 'Xuất Bảng Điểm (Excel / CSV)' tải file ngay về máy tính.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Chuẩn mã hóa UTF-8 BOM: Mở trực tiếp trên Microsoft Excel không bị lỗi font tiếng Việt.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Đầy đủ trường thông tin: STT, Mã bài, Họ tên, Tài khoản, Điểm số, Số câu đúng, Số lần vi phạm.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Sẵn sàng nộp phòng đào tạo: Giảm 100% thời gian tổng hợp điểm thủ công của giáo viên.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08. THỰC NGHIỆM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Kết Quả Đạt Được &amp; Hiệu Năng Hệ Thống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Các chỉ số kỹ thuật thực nghiệm đo đạc trong môi trường kiểm thử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&lt; 120 ms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Thời gian phản hồi API trung bình qua giao thức HTTP/REST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Segoe UI"/>
              </a:defRPr>
            </a:pPr>
            <a:r>
              <a:t>3 - 5 giây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Thời gian Gemini AI phân tích và sinh bộ đề 10 câu hỏi hoàn chỉnh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Bảo toàn dữ liệu làm bài khi gặp sự cố ngắt kết nối mạng hoặc F5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0 Lỗi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Xung đột gói tin mạng; bảo mật toàn diện với Token JWT &amp; BCrypt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61320" cy="2377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10104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Điểm Nổi Bật Đạt Được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✓ Hoàn thiện 100% các yêu cầu kiến trúc mạng Client-Server và giao thức TCP/IP.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✓ Hệ thống chạy ổn định đồng thời trên nhiều máy tính trong mạng LAN và Internet.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✓ Tính năng chống gian lận hoạt động mượt mà, phân loại chính xác thí sinh trung thực và vi phạm.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✓ Giao diện Dark Mode chuẩn thẩm mỹ công nghệ, trải nghiệm người dùng trực quan trên cả mobile.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09. KẾT LUẬN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Tổng Kết &amp; Hướng Phát Triển Tương Lai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Đóng góp của dự án và các bước nâng cấp tiếp theo cho giai đoạn cuối kỳ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Giá Trị Đạt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Ứng dụng thực tiễn cao: Kết hợp xuất sắc giữa lý thuyết Lập trình mạng và công nghệ AI hiện đại.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Giải quyết triệt để vấn đề: Tự động hóa đề thi, chống gian lận và tối ưu hóa quản lý điểm.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Độ sẵn sàng cao: Có thể áp dụng ngay cho các buổi kiểm tra trên lớp hoặc kỳ thi nội bộ trường học.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Mã nguồn mở hoàn chỉnh: Lưu trữ chuẩn mực và triển khai dễ dàng qua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Định Hướng Cuối Kỳ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WebSocket / SignalR: Xây dựng chế độ thi đối kháng trực tiếp thời gian thực (Quiz Battle phong cách Kahoot).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Giám sát Camera AI: Tích hợp webcam nhận diện khuôn mặt và cảnh báo người lạ trong phòng thi.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Dockerization: Đóng gói toàn bộ Backend và Database vào Docker Container.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Cloud Deployment: Triển khai lên máy chủ đám mây (Render / VPS) với tên miền và chứng chỉ SSL riêng.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