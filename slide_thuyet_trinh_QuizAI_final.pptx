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005840"/>
            <a:ext cx="9448495" cy="48463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371600"/>
            <a:ext cx="8899855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400"/>
              </a:spcAft>
              <a:defRPr sz="1200" b="1">
                <a:solidFill>
                  <a:srgbClr val="06B6D4"/>
                </a:solidFill>
                <a:latin typeface="Segoe UI"/>
              </a:defRPr>
            </a:pPr>
            <a:r>
              <a:t>BÁO CÁO ĐỒ ÁN • MÔN LẬP TRÌNH MẠNG</a:t>
            </a:r>
          </a:p>
          <a:p>
            <a:pPr algn="ctr">
              <a:spcAft>
                <a:spcPts val="16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QuizAI – Hệ Thống Trắc Nghiệm Online</a:t>
            </a:r>
            <a:br/>
            <a:r>
              <a:t>Tích Hợp Trí Tuệ Nhân Tạo &amp; Giám Sát Thi Đa Máy</a:t>
            </a:r>
          </a:p>
          <a:p>
            <a:pPr algn="ctr">
              <a:spcAft>
                <a:spcPts val="2800"/>
              </a:spcAft>
              <a:defRPr sz="1400">
                <a:solidFill>
                  <a:srgbClr val="CBD5E1"/>
                </a:solidFill>
                <a:latin typeface="Segoe UI"/>
              </a:defRPr>
            </a:pPr>
            <a:r>
              <a:t>Client-Server • RESTful API • TCP/IP • Xác Thực JWT • Chống Gian Lận 3 Lớp</a:t>
            </a:r>
          </a:p>
          <a:p>
            <a:pPr algn="ctr">
              <a:defRPr sz="1300" b="1">
                <a:solidFill>
                  <a:srgbClr val="94A3B8"/>
                </a:solidFill>
                <a:latin typeface="Segoe UI"/>
              </a:defRPr>
            </a:pPr>
            <a:r>
              <a:t>Giảng viên hướng dẫn: Bộ môn Lập Trình Mạng    |    Sinh viên: Nhóm thực hiện QuizAI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01. TỔNG QUAN</a:t>
            </a:r>
          </a:p>
          <a:p>
            <a:pPr>
              <a:spcAft>
                <a:spcPts val="200"/>
              </a:spcAft>
              <a:defRPr sz="2300" b="1">
                <a:solidFill>
                  <a:srgbClr val="FFFFFF"/>
                </a:solidFill>
                <a:latin typeface="Segoe UI"/>
              </a:defRPr>
            </a:pPr>
            <a:r>
              <a:t>Lý Do Chọn Đề Tài &amp; Mục Tiêu Dự Án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Giải quyết bài toán tạo đề thi, chống gian lận và tối ưu hạ tầng mạng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Thực Trạng &amp; Vấn Đề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Soạn đề thủ công: Tốn nhiều thời gian, khó đa dạng hóa câu hỏi.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Gian lận trực tuyến: Chuyển tab tra cứu Google, nhờ ChatGPT giải hộ.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Nhìn bài thi: Thí sinh ngồi cạnh nhau có cùng đề và vị trí đáp án.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Rủi ro đường truyền: Rớt mạng Wi-Fi làm mất dữ liệu bài thi đang làm dở.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Mục Tiêu Giải Quyết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AI Gemini: Tự động sinh bộ đề 10-30 câu chuẩn xác trong vài giây.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Chống gian lận 3 lớp: Bắt chuyển tab (3 lần nộp bài), chặn PrintScreen/DevTools.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Trộn đề ngẫu nhiên: Đảo vị trí câu hỏi &amp; 4 đáp án A, B, C, D cho từng máy.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Auto-Save Real-time: Bảo toàn dữ liệu 100% khi rớt mạng hoặc sập nguồn.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02. TỔ CHỨC</a:t>
            </a:r>
          </a:p>
          <a:p>
            <a:pPr>
              <a:spcAft>
                <a:spcPts val="200"/>
              </a:spcAft>
              <a:defRPr sz="2300" b="1">
                <a:solidFill>
                  <a:srgbClr val="FFFFFF"/>
                </a:solidFill>
                <a:latin typeface="Segoe UI"/>
              </a:defRPr>
            </a:pPr>
            <a:r>
              <a:t>Thành Viên &amp; Phân Công Công Việc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Phân chia rõ ràng trách nhiệm theo từng tầng kiến trúc hệ thống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Backend &amp;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Xây dựng ASP.NET Core 9 API.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Cấu hình TCP/IP, CORS &amp; Port 0.0.0.0.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Tích hợp Gemini AI &amp; JWT Auth.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Thiết kế Database SQL Server.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Frontend &amp; UI/UX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Phát triển giao diện React 19 SPA.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Thiết kế Dark Mode với TailwindCSS.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Xử lý Auto-Save &amp; Trộn đề ngẫu nhiên.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Bảng thống kê &amp; Xuất Excel (.xlsx).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Security &amp;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Lập trình module Chống gian lận 3 lớp.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Thiết lập SSH Tunnel (Pinggy / QR).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Kiểm thử chịu lỗi mạng &amp; Stress test.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Đóng gói tài liệu &amp; Slide thuyết trình.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03. TIẾN ĐỘ</a:t>
            </a:r>
          </a:p>
          <a:p>
            <a:pPr>
              <a:spcAft>
                <a:spcPts val="200"/>
              </a:spcAft>
              <a:defRPr sz="2300" b="1">
                <a:solidFill>
                  <a:srgbClr val="FFFFFF"/>
                </a:solidFill>
                <a:latin typeface="Segoe UI"/>
              </a:defRPr>
            </a:pPr>
            <a:r>
              <a:t>Timeline – Kế Hoạch &amp; Tiến Độ Thực Hiện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Quy trình phát triển phần mềm theo từng giai đoạn chuẩn chỉ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Giai Đoạn 1: Thiết Kế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10312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Phân tích yêu cầu.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Thiết kế sơ đồ mạng.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Thiết kế CSDL (ERD).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Chuẩn hóa RESTful API.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45920"/>
            <a:ext cx="246888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8288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Giai Đoạn 2: Lập Trình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286000"/>
            <a:ext cx="210312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Viết Backend Web API.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Viết Frontend React SPA.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Tích hợp Gemini GenAI.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Mã hóa mật khẩu BCrypt.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645920"/>
            <a:ext cx="246888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8288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Giai Đoạn 3: Nâng Cấp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86000"/>
            <a:ext cx="210312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Mạng LAN &amp; Tunneling.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Anti-Cheat 3 lớp bảo vệ.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Auto-Save &amp; Trộn đề.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Xuất báo cáo Excel .xlsx.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645920"/>
            <a:ext cx="246888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8288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Giai Đoạn 4: Hoàn Thiện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286000"/>
            <a:ext cx="210312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Kiểm thử tải đa máy.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Viết tài liệu đồ án.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Đồng bộ mã nguồn GitHub.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Sẵn sàng báo cáo nghiệm thu.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04. CHỨC NĂNG</a:t>
            </a:r>
          </a:p>
          <a:p>
            <a:pPr>
              <a:spcAft>
                <a:spcPts val="200"/>
              </a:spcAft>
              <a:defRPr sz="2300" b="1">
                <a:solidFill>
                  <a:srgbClr val="FFFFFF"/>
                </a:solidFill>
                <a:latin typeface="Segoe UI"/>
              </a:defRPr>
            </a:pPr>
            <a:r>
              <a:t>Các Chức Năng Cốt Lõi Của Hệ Thống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Đầy đủ nghiệp vụ cho Học sinh, Giáo viên và Quản trị viên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Phân Hệ Học Sinh (Thí Sinh)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Đăng ký / Đăng nhập: Tài khoản bảo mật với JWT.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Làm bài trực tuyến: Đồng hồ đếm ngược đồng bộ Server UTC.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Trộn đề: Câu hỏi &amp; 4 đáp án A, B, C, D đảo ngẫu nhiên.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Chống mất dữ liệu: Tự động lưu đáp án (Auto-Save) real-time.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Xem kết quả: Chấm điểm tức thì kèm giải thích chi tiết đáp án.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Phân Hệ Quản Trị &amp; Giáo Viên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AI Tạo đề: Nhập văn bản/chủ đề -&gt; Gemini AI sinh trắc nghiệm.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Kiểm duyệt: Xem trước, sửa đổi hoặc xóa câu hỏi AI.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Quản lý đề: Tạo, xuất bản, xóa đề thi (Cascade Delete).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Giám sát vi phạm: Bôi đỏ cảnh báo thí sinh rời màn hình.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Xuất Excel (.xlsx): 1-Click tải bảng điểm chuẩn Microsoft Excel.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05. CÔNG NGHỆ</a:t>
            </a:r>
          </a:p>
          <a:p>
            <a:pPr>
              <a:spcAft>
                <a:spcPts val="200"/>
              </a:spcAft>
              <a:defRPr sz="2300" b="1">
                <a:solidFill>
                  <a:srgbClr val="FFFFFF"/>
                </a:solidFill>
                <a:latin typeface="Segoe UI"/>
              </a:defRPr>
            </a:pPr>
            <a:r>
              <a:t>Ngăn Xếp Công Nghệ (Technology Stack)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Sử dụng các công nghệ hiện đại, ổn định và tối ưu hiệu năng mạng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Frontend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React 19: Xây dựng SPA mượt mà.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Vite 8: Build siêu tốc, hỗ trợ Proxy.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TailwindCSS: Giao diện Dark Mode.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Axios: Tự đính kèm JWT Bearer.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SheetJS (xlsx): Xuất bảng tính chuẩn.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Backend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ASP.NET Core 9: Web API đa luồng.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Kestrel Server: Độ trễ phản hồi &lt;120ms.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JWT: Xác thực phi trạng thái (Stateless).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BCrypt.Net: Băm mật khẩu có Salt.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Google Gemini API: GenAI tạo câu hỏi.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Database &amp; 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SQL Server LocalDB: CSDL quan hệ.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EF Core 9: Migration &amp; Code-First.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IP Binding 0.0.0.0: Mở mạng LAN.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SSH Reverse Tunnel: Pinggy HTTPS/QR.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UTF-8 BOM: Chuẩn hóa font tiếng Việt.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06. KIẾN TRÚC</a:t>
            </a:r>
          </a:p>
          <a:p>
            <a:pPr>
              <a:spcAft>
                <a:spcPts val="200"/>
              </a:spcAft>
              <a:defRPr sz="2300" b="1">
                <a:solidFill>
                  <a:srgbClr val="FFFFFF"/>
                </a:solidFill>
                <a:latin typeface="Segoe UI"/>
              </a:defRPr>
            </a:pPr>
            <a:r>
              <a:t>Kiến Trúc Hệ Thống Tổng Thể (3-Tier)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Mô hình Client - Server 3 tầng phân tách rõ ràng trách nhiệm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Tầng Client (Presentation)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Single Page Application (SPA).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Gửi yêu cầu qua giao thức HTTP/HTTPS.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Lưu tạm đáp án vào LocalStorage.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Xử lý xáo trộn đề trên SessionStorage.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Bắt sự kiện gian lận chuyển tab/chụp ảnh.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Tầng Server (Business Logic)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Tiếp nhận &amp; điều phối RESTful API.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Kiểm tra quyền hạn bằng Middleware JWT.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Tính toán điểm số &amp; đếm vi phạm.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Đồng bộ giờ làm bài theo UTC Server.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Kết nối Google AI Studio qua HTTPS.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Tầng Database (Data Access)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Lưu trữ bền vững dữ liệu ACID.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Bảng Users: Tài khoản &amp; Hash BCrypt.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Bảng Exams &amp; Questions: Ngân hàng đề.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Bảng Submissions: Điểm &amp; Số lần vi phạm.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Bảng Details: Chi tiết từng câu trả lời.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07. MẠNG ĐA MÁY</a:t>
            </a:r>
          </a:p>
          <a:p>
            <a:pPr>
              <a:spcAft>
                <a:spcPts val="200"/>
              </a:spcAft>
              <a:defRPr sz="2300" b="1">
                <a:solidFill>
                  <a:srgbClr val="FFFFFF"/>
                </a:solidFill>
                <a:latin typeface="Segoe UI"/>
              </a:defRPr>
            </a:pPr>
            <a:r>
              <a:t>Cơ Chế Chạy Đa Máy: LAN &amp; Public Internet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Hỗ trợ kết nối đồng thời từ máy tính, laptop và điện thoại thông minh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1. Mạng LAN (Phòng Lab / Wi-Fi)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Lắng nghe 0.0.0.0: Bind cổng 5000 &amp; 5173 trên mọi card mạng.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Vite Reverse Proxy: Chuyển tiếp /api/* về Backend Kestrel.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Truy cập tức thì: Máy con gõ http://192.168.x.x:5173.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Khởi động 1-Click: File chay_he_thong.bat tự tìm IP nội bộ.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2. Public Internet (Khác mạng / 4G)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SSH Reverse Tunnel: Pinggy mã hóa dữ liệu qua cổng 443.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Bỏ qua Firewall: Vượt qua bộ lọc AP Isolation của trường học.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Mã QR tiện lợi: Điện thoại chỉ cần bật camera quét mã để thi.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Bảo mật TLS: Mã hóa End-to-End an toàn tuyệt đối.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08. GIAO THỨC MẠNG</a:t>
            </a:r>
          </a:p>
          <a:p>
            <a:pPr>
              <a:spcAft>
                <a:spcPts val="200"/>
              </a:spcAft>
              <a:defRPr sz="2300" b="1">
                <a:solidFill>
                  <a:srgbClr val="FFFFFF"/>
                </a:solidFill>
                <a:latin typeface="Segoe UI"/>
              </a:defRPr>
            </a:pPr>
            <a:r>
              <a:t>Giao Thức Mạng &amp; Mô Hình TCP/IP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Cơ sở lý thuyết mạng truyền thông áp dụng trong hệ thống thi cử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Tại Sao Chọn TCP Thay Vì UDP?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Hướng kết nối (Connection-oriented): Đảm bảo thông suốt.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Tin cậy tuyệt đối: Có cờ báo nhận ACK và Sequence Number.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Chống mất gói tin: Tự động phát lại (Retransmission) nếu lag mạng.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Không dùng UDP: Tránh thất lạc gói tin nộp bài làm sai lệch điểm.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Cơ Chế Bắt Tay 3 Bước (3-Way Handshake)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Bước 1 (SYN): Client gửi yêu cầu kết nối kèm số Seq khởi tạo.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Bước 2 (SYN-ACK): Server xác nhận và gửi số Seq của mình.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Bước 3 (ACK): Client xác nhận hoàn tất -&gt; Phiên TCP mở.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Ứng dụng: Mọi cuộc gọi HTTP/HTTPS đều thiết lập qua TCP.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09. GIAO THỨC WEB</a:t>
            </a:r>
          </a:p>
          <a:p>
            <a:pPr>
              <a:spcAft>
                <a:spcPts val="200"/>
              </a:spcAft>
              <a:defRPr sz="2300" b="1">
                <a:solidFill>
                  <a:srgbClr val="FFFFFF"/>
                </a:solidFill>
                <a:latin typeface="Segoe UI"/>
              </a:defRPr>
            </a:pPr>
            <a:r>
              <a:t>Giao Thức Web &amp; Kiến Trúc RESTful API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Chuẩn hóa tài nguyên mạng bằng các phương thức HTTP tiêu chuẩn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Các Phương Thức HTTP Chuẩn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GET: Lấy tài nguyên (Đọc danh sách đề, xem bảng điểm).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POST: Tạo tài nguyên mới (Đăng nhập, Bắt đầu thi, Nộp bài).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PATCH: Cập nhật một phần (Duyệt câu hỏi, cập nhật vi phạm).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DELETE: Xóa tài nguyên (Xóa vĩnh viễn đề thi kèm dữ liệu liên quan).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Đặc Trưng Kiến Trúc REST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Stateless (Phi trạng thái): Mỗi request chứa đủ thông tin xác thực.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Định dạng JSON: Gọn nhẹ, tối ưu băng thông đường truyền mạng.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Mã trạng thái HTTP chuẩn: 200 OK, 201 Created, 401 Unauthorized, 403 Forbidden.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Swagger UI tích hợp: Tài liệu hóa trực quan tại /swagger.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10. BẢO MẬT WEB</a:t>
            </a:r>
          </a:p>
          <a:p>
            <a:pPr>
              <a:spcAft>
                <a:spcPts val="200"/>
              </a:spcAft>
              <a:defRPr sz="2300" b="1">
                <a:solidFill>
                  <a:srgbClr val="FFFFFF"/>
                </a:solidFill>
                <a:latin typeface="Segoe UI"/>
              </a:defRPr>
            </a:pPr>
            <a:r>
              <a:t>Giao Thức HTTPS &amp; Cơ Chế Hoạt Động TLS/SSL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Bảo vệ dữ liệu thi cử chống nghe lén và giả mạo trên đường truyền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Quy Trình Bắt Tay TLS (TLS Handshake)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ClientHello: Client gửi phiên bản TLS và danh sách mã hóa hỗ trợ.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ServerHello &amp; Certificate: Server gửi chứng chỉ số chứa Public Key.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Key Exchange: Trao đổi khóa bí mật phiên (Session Key) an toàn.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Mã hóa đối xứng: Toàn bộ gói tin sau đó được mã hóa bằng AES-256.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Tầm Quan Trọng Trong QuizAI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Chống bắt gói tin (Wireshark): Kẻ nghe lén chỉ thấy dữ liệu mã hóa.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Bảo vệ Token &amp; Mật khẩu: Không bị lộ mã JWT trên đường truyền Wi-Fi.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Bảo vệ Gemini API Key: Kênh HTTPS ngăn chặn rò rỉ khóa bí mật.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Toàn vẹn dữ liệu: Đảm bảo đáp án của thí sinh không bị sửa đổi trên mạng.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11. AN NINH MẠNG</a:t>
            </a:r>
          </a:p>
          <a:p>
            <a:pPr>
              <a:spcAft>
                <a:spcPts val="200"/>
              </a:spcAft>
              <a:defRPr sz="2300" b="1">
                <a:solidFill>
                  <a:srgbClr val="FFFFFF"/>
                </a:solidFill>
                <a:latin typeface="Segoe UI"/>
              </a:defRPr>
            </a:pPr>
            <a:r>
              <a:t>Cơ Chế Xác Thực JWT &amp; Chính Sách CORS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Xác thực người dùng phi trạng thái và kiểm soát truy cập nguồn chéo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Xác Thực JWT (JSON Web Token)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Cấu trúc 3 phần: Header . Payload . Signature (HMAC-SHA256).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Stateless Auth: Server không tốn RAM lưu Session hàng trăm học sinh.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Xác thực nhanh: Server dùng SecretKey kiểm tra tính hợp lệ chữ ký.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Axios Interceptor: Tự động đính kèm Bearer Token vào mọi request.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Chính Sách Mạng CORS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Same-Origin Policy: Trình duyệt mặc định chặn request khác domain/IP.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Cấu hình nới lỏng: policy.SetIsOriginAllowed(_ =&gt; true).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Chấp nhận mọi IP: Laptop, điện thoại hay IP LAN đều kết nối được.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Bảo mật an toàn: Vẫn duy trì kiểm soát nghiêm ngặt bằng JWT Token.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12. CHỐNG GIAN LẬN</a:t>
            </a:r>
          </a:p>
          <a:p>
            <a:pPr>
              <a:spcAft>
                <a:spcPts val="200"/>
              </a:spcAft>
              <a:defRPr sz="2300" b="1">
                <a:solidFill>
                  <a:srgbClr val="FFFFFF"/>
                </a:solidFill>
                <a:latin typeface="Segoe UI"/>
              </a:defRPr>
            </a:pPr>
            <a:r>
              <a:t>Hệ Thống Chống Gian Lận Đa Tầng (3 Lớp)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Giám sát toàn diện hành vi thi cử, đảm bảo tính công bằng và minh bạch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EF4444"/>
                </a:solidFill>
                <a:latin typeface="Segoe UI"/>
              </a:defRPr>
            </a:pPr>
            <a:r>
              <a:t>Lớp 1: Chống Chuyển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Bắt visibilitychange &amp; blur.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Cooldown 2.5s: Chống tính đúp.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Vi phạm lần 1 &amp; 2: Cảnh báo đỏ.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Vi phạm lần 3: Thu hồi &amp; nộp bài.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Lớp 2: Chặn Sao Chép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Chặn phím PrintScreen (chớp đen).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Khóa Ctrl+C/X/A, Ctrl+P (in).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Khóa F12 &amp; DevTools soi đáp án.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Tắt chuột phải &amp; chống bôi đen.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Lớp 3: Watermark Camera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In mờ chéo Họ tên &amp; Username.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Phủ khắp nền màn hình thi.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Chụp điện thoại lộ rõ danh tính.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Ghi nhận số vi phạm về máy chủ.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13. LUỒNG DỮ LIỆU</a:t>
            </a:r>
          </a:p>
          <a:p>
            <a:pPr>
              <a:spcAft>
                <a:spcPts val="200"/>
              </a:spcAft>
              <a:defRPr sz="2300" b="1">
                <a:solidFill>
                  <a:srgbClr val="FFFFFF"/>
                </a:solidFill>
                <a:latin typeface="Segoe UI"/>
              </a:defRPr>
            </a:pPr>
            <a:r>
              <a:t>Luồng Dữ Liệu Chính Của Hệ Thống (Data Flow)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Hai luồng xử lý cốt lõi: Xác thực tài khoản và Làm bài thi trực tuyến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Luồng 1: Đăng Nhập &amp; Xác Thực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1. Client gửi POST /api/auth/login kèm thông tin đăng nhập.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2. Server kiểm tra Username &amp; so khớp mã băm mật khẩu BCrypt.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3. Server tạo chuỗi JWT Token có chữ ký số -&gt; Trả về Client.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4. Client lưu Token vào LocalStorage và phân hướng theo Role.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Luồng 2: Làm Bài Thi &amp; Chấm Điểm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1. Bắt đầu: POST /api/submissions/start -&gt; Nhận đề &amp; Server Time.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2. Làm bài: Trộn ngẫu nhiên câu hỏi &amp; Auto-Save vào LocalStorage.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3. Giám sát: Ghi nhận vi phạm chuyển tab (Tối đa 3 lần).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4. Nộp bài: POST /api/submissions/submit -&gt; Chấm điểm &amp; hiện giải thích.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14. THỰC NGHIỆM</a:t>
            </a:r>
          </a:p>
          <a:p>
            <a:pPr>
              <a:spcAft>
                <a:spcPts val="200"/>
              </a:spcAft>
              <a:defRPr sz="2300" b="1">
                <a:solidFill>
                  <a:srgbClr val="FFFFFF"/>
                </a:solidFill>
                <a:latin typeface="Segoe UI"/>
              </a:defRPr>
            </a:pPr>
            <a:r>
              <a:t>Kết Quả Đạt Được &amp; Hiệu Năng Thực Tế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Các số liệu thực nghiệm đo đạc trong quá trình kiểm thử hệ thống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20116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  <a:latin typeface="Segoe UI"/>
              </a:defRPr>
            </a:pPr>
            <a:r>
              <a:t>&lt; 120 ms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Thời gian phản hồi API trung bình qua giao thức HTTP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468880" cy="20116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8288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366F1"/>
                </a:solidFill>
                <a:latin typeface="Segoe UI"/>
              </a:defRPr>
            </a:pPr>
            <a:r>
              <a:t>3 - 5 giây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Gemini AI sinh hoàn chỉnh 10 câu hỏi kèm giải thích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468880" cy="20116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8288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B981"/>
                </a:solidFill>
                <a:latin typeface="Segoe UI"/>
              </a:defRPr>
            </a:pPr>
            <a:r>
              <a:t>100%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Bảo toàn dữ liệu khi rớt mạng Wi-Fi hoặc F5 tải lại trang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45920"/>
            <a:ext cx="2468880" cy="20116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18288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9E0B"/>
                </a:solidFill>
                <a:latin typeface="Segoe UI"/>
              </a:defRPr>
            </a:pPr>
            <a:r>
              <a:t>Chuẩn .XLSX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Xuất bảng điểm Excel độ rộng chuẩn, triệt tiêu lỗi ###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10561320" cy="2377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10104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Segoe UI"/>
              </a:defRPr>
            </a:pPr>
            <a:r>
              <a:t>Tính Năng Hoàn Thiện Thực Tế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80560"/>
            <a:ext cx="1005840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✓ Chạy ổn định trên nhiều máy cùng lúc (Mạng LAN &amp; Internet qua Pinggy).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✓ Hệ thống chống gian lận hoạt động mượt mà, phân loại rõ thí sinh trung thực và vi phạm.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✓ Bảng thống kê giáo viên có biểu đồ phổ điểm và xuất file Excel sắc nét.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✓ 100% mã nguồn lưu trữ và đồng bộ liên tục trên GitHub.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15. KẾT LUẬN</a:t>
            </a:r>
          </a:p>
          <a:p>
            <a:pPr>
              <a:spcAft>
                <a:spcPts val="200"/>
              </a:spcAft>
              <a:defRPr sz="2300" b="1">
                <a:solidFill>
                  <a:srgbClr val="FFFFFF"/>
                </a:solidFill>
                <a:latin typeface="Segoe UI"/>
              </a:defRPr>
            </a:pPr>
            <a:r>
              <a:t>Kết Luận &amp; Định Hướng Phát Triển Cuối Kỳ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Đóng góp thực tiễn của đề tài và kế hoạch nâng cấp trong giai đoạn tiếp theo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Kết Luận Đạt Được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Hoàn thành trọn vẹn kiến trúc mạng Client-Server.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Vận dụng xuất sắc các giao thức TCP/IP, HTTP, HTTPS &amp; JWT.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Giải quyết triệt để vấn đề gian lận và rớt mạng khi thi cử.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Ứng dụng thực tiễn cao: Sẵn sàng dùng cho lớp học và kỳ thi.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Định Hướng Cuối Kỳ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WebSocket / SignalR: Chế độ thi đấu đối kháng trực tiếp (Kahoot Mode).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AI Camera: Giám sát nhận diện khuôn mặt qua webcam.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Docker Container: Đóng gói toàn bộ Backend &amp; DB vào Container.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Cloud Deployment: Triển khai lên máy chủ đám mây với tên miền riêng.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